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1999" cy="6858000" type="wide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 <Relationship Id="rId2" Type="http://schemas.openxmlformats.org/officeDocument/2006/relationships/slide" Target="slides/slide1.xml"/> <Relationship Id="rId3" Type="http://schemas.openxmlformats.org/officeDocument/2006/relationships/slide" Target="slides/slide2.xml"/> <Relationship Id="rId4" Type="http://schemas.openxmlformats.org/officeDocument/2006/relationships/slide" Target="slides/slide3.xml"/> <Relationship Id="rId5" Type="http://schemas.openxmlformats.org/officeDocument/2006/relationships/slide" Target="slides/slide4.xml"/> <Relationship Id="rId6" Type="http://schemas.openxmlformats.org/officeDocument/2006/relationships/slide" Target="slides/slide5.xml"/> <Relationship Id="rId7" Type="http://schemas.openxmlformats.org/officeDocument/2006/relationships/slide" Target="slides/slide6.xml"/> <Relationship Id="rId8" Type="http://schemas.openxmlformats.org/officeDocument/2006/relationships/slide" Target="slides/slide7.xml"/> <Relationship Id="rId9" Type="http://schemas.openxmlformats.org/officeDocument/2006/relationships/slide" Target="slides/slide8.xml"/> <Relationship Id="rId10" Type="http://schemas.openxmlformats.org/officeDocument/2006/relationships/slide" Target="slides/slide9.xml"/> <Relationship Id="rId11" Type="http://schemas.openxmlformats.org/officeDocument/2006/relationships/slide" Target="slides/slide10.xml"/> <Relationship Id="rId12" Type="http://schemas.openxmlformats.org/officeDocument/2006/relationships/slide" Target="slides/slide11.xml"/> <Relationship Id="rId13" Type="http://schemas.openxmlformats.org/officeDocument/2006/relationships/slide" Target="slides/slide12.xml"/> <Relationship Id="rId14" Type="http://schemas.openxmlformats.org/officeDocument/2006/relationships/slide" Target="slides/slide13.xml"/> <Relationship Id="rId15" Type="http://schemas.openxmlformats.org/officeDocument/2006/relationships/slide" Target="slides/slide14.xml"/> <Relationship Id="rId16" Type="http://schemas.openxmlformats.org/officeDocument/2006/relationships/slide" Target="slides/slide15.xml"/> <Relationship Id="rId17" Type="http://schemas.openxmlformats.org/officeDocument/2006/relationships/slide" Target="slides/slide16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1.pn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2.png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3.png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4.png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5.png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6.png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7.png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8.png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9.png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10.png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11.png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12.png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13.png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14.png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15.png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16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Lunabotics">
  <a:themeElements>
    <a:clrScheme name="Lunabotics">
      <a:dk1>
        <a:srgbClr val="102033"/>
      </a:dk1>
      <a:lt1>
        <a:srgbClr val="FFFFFF"/>
      </a:lt1>
      <a:dk2>
        <a:srgbClr val="0A2342"/>
      </a:dk2>
      <a:lt2>
        <a:srgbClr val="F7F9FC"/>
      </a:lt2>
      <a:accent1>
        <a:srgbClr val="1F7A8C"/>
      </a:accent1>
      <a:accent2>
        <a:srgbClr val="2DB7E5"/>
      </a:accent2>
      <a:accent3>
        <a:srgbClr val="2A9D8F"/>
      </a:accent3>
      <a:accent4>
        <a:srgbClr val="F4A261"/>
      </a:accent4>
      <a:accent5>
        <a:srgbClr val="B91C1C"/>
      </a:accent5>
      <a:accent6>
        <a:srgbClr val="6D5BD0"/>
      </a:accent6>
      <a:hlink>
        <a:srgbClr val="1F7A8C"/>
      </a:hlink>
      <a:folHlink>
        <a:srgbClr val="0A2342"/>
      </a:folHlink>
    </a:clrScheme>
    <a:fontScheme name="Lunabotics">
      <a:majorFont>
        <a:latin typeface="Aptos Display"/>
      </a:majorFont>
      <a:minorFont>
        <a:latin typeface="Aptos"/>
      </a:minorFont>
    </a:fontScheme>
    <a:fmtScheme name="Lunabotics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On-screen Show (16:9)</PresentationFormat>
  <Slides>16</Slides>
  <Company>Lunabotics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Actividad 1 - Sistema AMR-FOD-Kitting</dc:title>
  <dc:subject>Sistemas Roboticos Moviles</dc:subject>
  <dc:creator>Jorge Luis Mayorga Taborda</dc:creator>
  <cp:keywords>AMR; FOD; HTP; A320; CoppeliaSim; robotica movil</cp:keywords>
  <dc:description>Presentacion visual generada desde la fuente LaTeX/TikZ.</dc:description>
  <dcterms:created xsi:type="dcterms:W3CDTF">2026-05-19T02:36:36Z</dcterms:created>
  <dcterms:modified xsi:type="dcterms:W3CDTF">2026-05-19T02:36:36Z</dcterms:modified>
</cp:coreProperties>
</file>