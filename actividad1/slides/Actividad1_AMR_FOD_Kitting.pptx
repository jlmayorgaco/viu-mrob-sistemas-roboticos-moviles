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16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keywords>AMR; FOD; HTP; A320; CoppeliaSim; robótica móvil</cp:keywords>
  <dc:description>Presentación visual generada desde la fuente LaTeX/TikZ.</dc:description>
  <dcterms:created xsi:type="dcterms:W3CDTF">2026-05-19T04:06:38Z</dcterms:created>
  <dcterms:modified xsi:type="dcterms:W3CDTF">2026-05-19T04:06:38Z</dcterms:modified>
</cp:coreProperties>
</file>