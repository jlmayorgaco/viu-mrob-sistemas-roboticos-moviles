
<file path=[Content_Types].xml><?xml version="1.0" encoding="utf-8"?>
<Types xmlns="http://schemas.openxmlformats.org/package/2006/content-types">
  <Default Extension="rels" ContentType="application/vnd.openxmlformats-package.relationships+xml"/>
  <Default Extension="xml" ContentType="application/xml"/>
  <Default Extension="png" ContentType="image/png"/>
  <Override PartName="/docProps/core.xml" ContentType="application/vnd.openxmlformats-package.core-properties+xml"/>
  <Override PartName="/docProps/app.xml" ContentType="application/vnd.openxmlformats-officedocument.extended-properties+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Layouts/slideLayout1.xml" ContentType="application/vnd.openxmlformats-officedocument.presentationml.slideLayout+xml"/>
  <Override PartName="/ppt/theme/theme1.xml" ContentType="application/vnd.openxmlformats-officedocument.theme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</Types>
</file>

<file path=_rels/.rels><?xml version="1.0" encoding="UTF-8" standalone="yes"?>
<Relationships xmlns="http://schemas.openxmlformats.org/package/2006/relationships">
  <Relationship Id="rId1" Type="http://schemas.openxmlformats.org/officeDocument/2006/relationships/officeDocument" Target="ppt/presentation.xml"/>
  <Relationship Id="rId2" Type="http://schemas.openxmlformats.org/package/2006/relationships/metadata/core-properties" Target="docProps/core.xml"/>
  <Relationship Id="rId3" Type="http://schemas.openxmlformats.org/officeDocument/2006/relationships/extended-properties" Target="docProps/app.xml"/>
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  <p:sldId id="276" r:id="rId22"/>
    <p:sldId id="277" r:id="rId23"/>
    <p:sldId id="278" r:id="rId24"/>
    <p:sldId id="279" r:id="rId25"/>
  </p:sldIdLst>
  <p:sldSz cx="12191999" cy="6858000" type="wide"/>
  <p:notesSz cx="6858000" cy="9144000"/>
  <p:defaultTextStyle/>
</p:presentation>
</file>

<file path=ppt/_rels/presentation.xml.rels><?xml version="1.0" encoding="UTF-8" standalone="yes"?>
<Relationships xmlns="http://schemas.openxmlformats.org/package/2006/relationships">
  <Relationship Id="rId1" Type="http://schemas.openxmlformats.org/officeDocument/2006/relationships/slideMaster" Target="slideMasters/slideMaster1.xml"/> <Relationship Id="rId2" Type="http://schemas.openxmlformats.org/officeDocument/2006/relationships/slide" Target="slides/slide1.xml"/> <Relationship Id="rId3" Type="http://schemas.openxmlformats.org/officeDocument/2006/relationships/slide" Target="slides/slide2.xml"/> <Relationship Id="rId4" Type="http://schemas.openxmlformats.org/officeDocument/2006/relationships/slide" Target="slides/slide3.xml"/> <Relationship Id="rId5" Type="http://schemas.openxmlformats.org/officeDocument/2006/relationships/slide" Target="slides/slide4.xml"/> <Relationship Id="rId6" Type="http://schemas.openxmlformats.org/officeDocument/2006/relationships/slide" Target="slides/slide5.xml"/> <Relationship Id="rId7" Type="http://schemas.openxmlformats.org/officeDocument/2006/relationships/slide" Target="slides/slide6.xml"/> <Relationship Id="rId8" Type="http://schemas.openxmlformats.org/officeDocument/2006/relationships/slide" Target="slides/slide7.xml"/> <Relationship Id="rId9" Type="http://schemas.openxmlformats.org/officeDocument/2006/relationships/slide" Target="slides/slide8.xml"/> <Relationship Id="rId10" Type="http://schemas.openxmlformats.org/officeDocument/2006/relationships/slide" Target="slides/slide9.xml"/> <Relationship Id="rId11" Type="http://schemas.openxmlformats.org/officeDocument/2006/relationships/slide" Target="slides/slide10.xml"/> <Relationship Id="rId12" Type="http://schemas.openxmlformats.org/officeDocument/2006/relationships/slide" Target="slides/slide11.xml"/> <Relationship Id="rId13" Type="http://schemas.openxmlformats.org/officeDocument/2006/relationships/slide" Target="slides/slide12.xml"/> <Relationship Id="rId14" Type="http://schemas.openxmlformats.org/officeDocument/2006/relationships/slide" Target="slides/slide13.xml"/> <Relationship Id="rId15" Type="http://schemas.openxmlformats.org/officeDocument/2006/relationships/slide" Target="slides/slide14.xml"/> <Relationship Id="rId16" Type="http://schemas.openxmlformats.org/officeDocument/2006/relationships/slide" Target="slides/slide15.xml"/> <Relationship Id="rId17" Type="http://schemas.openxmlformats.org/officeDocument/2006/relationships/slide" Target="slides/slide16.xml"/> <Relationship Id="rId18" Type="http://schemas.openxmlformats.org/officeDocument/2006/relationships/slide" Target="slides/slide17.xml"/> <Relationship Id="rId19" Type="http://schemas.openxmlformats.org/officeDocument/2006/relationships/slide" Target="slides/slide18.xml"/> <Relationship Id="rId20" Type="http://schemas.openxmlformats.org/officeDocument/2006/relationships/slide" Target="slides/slide19.xml"/> <Relationship Id="rId21" Type="http://schemas.openxmlformats.org/officeDocument/2006/relationships/slide" Target="slides/slide20.xml"/> <Relationship Id="rId22" Type="http://schemas.openxmlformats.org/officeDocument/2006/relationships/slide" Target="slides/slide21.xml"/> <Relationship Id="rId23" Type="http://schemas.openxmlformats.org/officeDocument/2006/relationships/slide" Target="slides/slide22.xml"/> <Relationship Id="rId24" Type="http://schemas.openxmlformats.org/officeDocument/2006/relationships/slide" Target="slides/slide23.xml"/> <Relationship Id="rId25" Type="http://schemas.openxmlformats.org/officeDocument/2006/relationships/slide" Target="slides/slide24.xml"/>
</Relationships>
</file>

<file path=ppt/slideLayouts/_rels/slideLayout1.xml.rels><?xml version="1.0" encoding="UTF-8" standalone="yes"?>
<Relationships xmlns="http://schemas.openxmlformats.org/package/2006/relationships">
  <Relationship Id="rId1" Type="http://schemas.openxmlformats.org/officeDocument/2006/relationships/slideMaster" Target="../slideMasters/slideMaster1.xml"/>
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
<Relationships xmlns="http://schemas.openxmlformats.org/package/2006/relationships">
  <Relationship Id="rId1" Type="http://schemas.openxmlformats.org/officeDocument/2006/relationships/slideLayout" Target="../slideLayouts/slideLayout1.xml"/>
  <Relationship Id="rId2" Type="http://schemas.openxmlformats.org/officeDocument/2006/relationships/theme" Target="../theme/theme1.xml"/>
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txStyles>
    <p:titleStyle/>
    <p:bodyStyle/>
    <p:otherStyle/>
  </p:txStyles>
</p:sldMaster>
</file>

<file path=ppt/slides/_rels/slide1.xml.rels><?xml version="1.0" encoding="UTF-8" standalone="yes"?>
<Relationships xmlns="http://schemas.openxmlformats.org/package/2006/relationships">
  <Relationship Id="rId1" Type="http://schemas.openxmlformats.org/officeDocument/2006/relationships/slideLayout" Target="../slideLayouts/slideLayout1.xml"/>
  <Relationship Id="rId2" Type="http://schemas.openxmlformats.org/officeDocument/2006/relationships/image" Target="../media/slide1.png"/>
</Relationships>
</file>

<file path=ppt/slides/_rels/slide2.xml.rels><?xml version="1.0" encoding="UTF-8" standalone="yes"?>
<Relationships xmlns="http://schemas.openxmlformats.org/package/2006/relationships">
  <Relationship Id="rId1" Type="http://schemas.openxmlformats.org/officeDocument/2006/relationships/slideLayout" Target="../slideLayouts/slideLayout1.xml"/>
  <Relationship Id="rId2" Type="http://schemas.openxmlformats.org/officeDocument/2006/relationships/image" Target="../media/slide2.png"/>
</Relationships>
</file>

<file path=ppt/slides/_rels/slide3.xml.rels><?xml version="1.0" encoding="UTF-8" standalone="yes"?>
<Relationships xmlns="http://schemas.openxmlformats.org/package/2006/relationships">
  <Relationship Id="rId1" Type="http://schemas.openxmlformats.org/officeDocument/2006/relationships/slideLayout" Target="../slideLayouts/slideLayout1.xml"/>
  <Relationship Id="rId2" Type="http://schemas.openxmlformats.org/officeDocument/2006/relationships/image" Target="../media/slide3.png"/>
</Relationships>
</file>

<file path=ppt/slides/_rels/slide4.xml.rels><?xml version="1.0" encoding="UTF-8" standalone="yes"?>
<Relationships xmlns="http://schemas.openxmlformats.org/package/2006/relationships">
  <Relationship Id="rId1" Type="http://schemas.openxmlformats.org/officeDocument/2006/relationships/slideLayout" Target="../slideLayouts/slideLayout1.xml"/>
  <Relationship Id="rId2" Type="http://schemas.openxmlformats.org/officeDocument/2006/relationships/image" Target="../media/slide4.png"/>
</Relationships>
</file>

<file path=ppt/slides/_rels/slide5.xml.rels><?xml version="1.0" encoding="UTF-8" standalone="yes"?>
<Relationships xmlns="http://schemas.openxmlformats.org/package/2006/relationships">
  <Relationship Id="rId1" Type="http://schemas.openxmlformats.org/officeDocument/2006/relationships/slideLayout" Target="../slideLayouts/slideLayout1.xml"/>
  <Relationship Id="rId2" Type="http://schemas.openxmlformats.org/officeDocument/2006/relationships/image" Target="../media/slide5.png"/>
</Relationships>
</file>

<file path=ppt/slides/_rels/slide6.xml.rels><?xml version="1.0" encoding="UTF-8" standalone="yes"?>
<Relationships xmlns="http://schemas.openxmlformats.org/package/2006/relationships">
  <Relationship Id="rId1" Type="http://schemas.openxmlformats.org/officeDocument/2006/relationships/slideLayout" Target="../slideLayouts/slideLayout1.xml"/>
  <Relationship Id="rId2" Type="http://schemas.openxmlformats.org/officeDocument/2006/relationships/image" Target="../media/slide6.png"/>
</Relationships>
</file>

<file path=ppt/slides/_rels/slide7.xml.rels><?xml version="1.0" encoding="UTF-8" standalone="yes"?>
<Relationships xmlns="http://schemas.openxmlformats.org/package/2006/relationships">
  <Relationship Id="rId1" Type="http://schemas.openxmlformats.org/officeDocument/2006/relationships/slideLayout" Target="../slideLayouts/slideLayout1.xml"/>
  <Relationship Id="rId2" Type="http://schemas.openxmlformats.org/officeDocument/2006/relationships/image" Target="../media/slide7.png"/>
</Relationships>
</file>

<file path=ppt/slides/_rels/slide8.xml.rels><?xml version="1.0" encoding="UTF-8" standalone="yes"?>
<Relationships xmlns="http://schemas.openxmlformats.org/package/2006/relationships">
  <Relationship Id="rId1" Type="http://schemas.openxmlformats.org/officeDocument/2006/relationships/slideLayout" Target="../slideLayouts/slideLayout1.xml"/>
  <Relationship Id="rId2" Type="http://schemas.openxmlformats.org/officeDocument/2006/relationships/image" Target="../media/slide8.png"/>
</Relationships>
</file>

<file path=ppt/slides/_rels/slide9.xml.rels><?xml version="1.0" encoding="UTF-8" standalone="yes"?>
<Relationships xmlns="http://schemas.openxmlformats.org/package/2006/relationships">
  <Relationship Id="rId1" Type="http://schemas.openxmlformats.org/officeDocument/2006/relationships/slideLayout" Target="../slideLayouts/slideLayout1.xml"/>
  <Relationship Id="rId2" Type="http://schemas.openxmlformats.org/officeDocument/2006/relationships/image" Target="../media/slide9.png"/>
</Relationships>
</file>

<file path=ppt/slides/_rels/slide10.xml.rels><?xml version="1.0" encoding="UTF-8" standalone="yes"?>
<Relationships xmlns="http://schemas.openxmlformats.org/package/2006/relationships">
  <Relationship Id="rId1" Type="http://schemas.openxmlformats.org/officeDocument/2006/relationships/slideLayout" Target="../slideLayouts/slideLayout1.xml"/>
  <Relationship Id="rId2" Type="http://schemas.openxmlformats.org/officeDocument/2006/relationships/image" Target="../media/slide10.png"/>
</Relationships>
</file>

<file path=ppt/slides/_rels/slide11.xml.rels><?xml version="1.0" encoding="UTF-8" standalone="yes"?>
<Relationships xmlns="http://schemas.openxmlformats.org/package/2006/relationships">
  <Relationship Id="rId1" Type="http://schemas.openxmlformats.org/officeDocument/2006/relationships/slideLayout" Target="../slideLayouts/slideLayout1.xml"/>
  <Relationship Id="rId2" Type="http://schemas.openxmlformats.org/officeDocument/2006/relationships/image" Target="../media/slide11.png"/>
</Relationships>
</file>

<file path=ppt/slides/_rels/slide12.xml.rels><?xml version="1.0" encoding="UTF-8" standalone="yes"?>
<Relationships xmlns="http://schemas.openxmlformats.org/package/2006/relationships">
  <Relationship Id="rId1" Type="http://schemas.openxmlformats.org/officeDocument/2006/relationships/slideLayout" Target="../slideLayouts/slideLayout1.xml"/>
  <Relationship Id="rId2" Type="http://schemas.openxmlformats.org/officeDocument/2006/relationships/image" Target="../media/slide12.png"/>
</Relationships>
</file>

<file path=ppt/slides/_rels/slide13.xml.rels><?xml version="1.0" encoding="UTF-8" standalone="yes"?>
<Relationships xmlns="http://schemas.openxmlformats.org/package/2006/relationships">
  <Relationship Id="rId1" Type="http://schemas.openxmlformats.org/officeDocument/2006/relationships/slideLayout" Target="../slideLayouts/slideLayout1.xml"/>
  <Relationship Id="rId2" Type="http://schemas.openxmlformats.org/officeDocument/2006/relationships/image" Target="../media/slide13.png"/>
</Relationships>
</file>

<file path=ppt/slides/_rels/slide14.xml.rels><?xml version="1.0" encoding="UTF-8" standalone="yes"?>
<Relationships xmlns="http://schemas.openxmlformats.org/package/2006/relationships">
  <Relationship Id="rId1" Type="http://schemas.openxmlformats.org/officeDocument/2006/relationships/slideLayout" Target="../slideLayouts/slideLayout1.xml"/>
  <Relationship Id="rId2" Type="http://schemas.openxmlformats.org/officeDocument/2006/relationships/image" Target="../media/slide14.png"/>
</Relationships>
</file>

<file path=ppt/slides/_rels/slide15.xml.rels><?xml version="1.0" encoding="UTF-8" standalone="yes"?>
<Relationships xmlns="http://schemas.openxmlformats.org/package/2006/relationships">
  <Relationship Id="rId1" Type="http://schemas.openxmlformats.org/officeDocument/2006/relationships/slideLayout" Target="../slideLayouts/slideLayout1.xml"/>
  <Relationship Id="rId2" Type="http://schemas.openxmlformats.org/officeDocument/2006/relationships/image" Target="../media/slide15.png"/>
</Relationships>
</file>

<file path=ppt/slides/_rels/slide16.xml.rels><?xml version="1.0" encoding="UTF-8" standalone="yes"?>
<Relationships xmlns="http://schemas.openxmlformats.org/package/2006/relationships">
  <Relationship Id="rId1" Type="http://schemas.openxmlformats.org/officeDocument/2006/relationships/slideLayout" Target="../slideLayouts/slideLayout1.xml"/>
  <Relationship Id="rId2" Type="http://schemas.openxmlformats.org/officeDocument/2006/relationships/image" Target="../media/slide16.png"/>
</Relationships>
</file>

<file path=ppt/slides/_rels/slide17.xml.rels><?xml version="1.0" encoding="UTF-8" standalone="yes"?>
<Relationships xmlns="http://schemas.openxmlformats.org/package/2006/relationships">
  <Relationship Id="rId1" Type="http://schemas.openxmlformats.org/officeDocument/2006/relationships/slideLayout" Target="../slideLayouts/slideLayout1.xml"/>
  <Relationship Id="rId2" Type="http://schemas.openxmlformats.org/officeDocument/2006/relationships/image" Target="../media/slide17.png"/>
</Relationships>
</file>

<file path=ppt/slides/_rels/slide18.xml.rels><?xml version="1.0" encoding="UTF-8" standalone="yes"?>
<Relationships xmlns="http://schemas.openxmlformats.org/package/2006/relationships">
  <Relationship Id="rId1" Type="http://schemas.openxmlformats.org/officeDocument/2006/relationships/slideLayout" Target="../slideLayouts/slideLayout1.xml"/>
  <Relationship Id="rId2" Type="http://schemas.openxmlformats.org/officeDocument/2006/relationships/image" Target="../media/slide18.png"/>
</Relationships>
</file>

<file path=ppt/slides/_rels/slide19.xml.rels><?xml version="1.0" encoding="UTF-8" standalone="yes"?>
<Relationships xmlns="http://schemas.openxmlformats.org/package/2006/relationships">
  <Relationship Id="rId1" Type="http://schemas.openxmlformats.org/officeDocument/2006/relationships/slideLayout" Target="../slideLayouts/slideLayout1.xml"/>
  <Relationship Id="rId2" Type="http://schemas.openxmlformats.org/officeDocument/2006/relationships/image" Target="../media/slide19.png"/>
</Relationships>
</file>

<file path=ppt/slides/_rels/slide20.xml.rels><?xml version="1.0" encoding="UTF-8" standalone="yes"?>
<Relationships xmlns="http://schemas.openxmlformats.org/package/2006/relationships">
  <Relationship Id="rId1" Type="http://schemas.openxmlformats.org/officeDocument/2006/relationships/slideLayout" Target="../slideLayouts/slideLayout1.xml"/>
  <Relationship Id="rId2" Type="http://schemas.openxmlformats.org/officeDocument/2006/relationships/image" Target="../media/slide20.png"/>
</Relationships>
</file>

<file path=ppt/slides/_rels/slide21.xml.rels><?xml version="1.0" encoding="UTF-8" standalone="yes"?>
<Relationships xmlns="http://schemas.openxmlformats.org/package/2006/relationships">
  <Relationship Id="rId1" Type="http://schemas.openxmlformats.org/officeDocument/2006/relationships/slideLayout" Target="../slideLayouts/slideLayout1.xml"/>
  <Relationship Id="rId2" Type="http://schemas.openxmlformats.org/officeDocument/2006/relationships/image" Target="../media/slide21.png"/>
</Relationships>
</file>

<file path=ppt/slides/_rels/slide22.xml.rels><?xml version="1.0" encoding="UTF-8" standalone="yes"?>
<Relationships xmlns="http://schemas.openxmlformats.org/package/2006/relationships">
  <Relationship Id="rId1" Type="http://schemas.openxmlformats.org/officeDocument/2006/relationships/slideLayout" Target="../slideLayouts/slideLayout1.xml"/>
  <Relationship Id="rId2" Type="http://schemas.openxmlformats.org/officeDocument/2006/relationships/image" Target="../media/slide22.png"/>
</Relationships>
</file>

<file path=ppt/slides/_rels/slide23.xml.rels><?xml version="1.0" encoding="UTF-8" standalone="yes"?>
<Relationships xmlns="http://schemas.openxmlformats.org/package/2006/relationships">
  <Relationship Id="rId1" Type="http://schemas.openxmlformats.org/officeDocument/2006/relationships/slideLayout" Target="../slideLayouts/slideLayout1.xml"/>
  <Relationship Id="rId2" Type="http://schemas.openxmlformats.org/officeDocument/2006/relationships/image" Target="../media/slide23.png"/>
</Relationships>
</file>

<file path=ppt/slides/_rels/slide24.xml.rels><?xml version="1.0" encoding="UTF-8" standalone="yes"?>
<Relationships xmlns="http://schemas.openxmlformats.org/package/2006/relationships">
  <Relationship Id="rId1" Type="http://schemas.openxmlformats.org/officeDocument/2006/relationships/slideLayout" Target="../slideLayouts/slideLayout1.xml"/>
  <Relationship Id="rId2" Type="http://schemas.openxmlformats.org/officeDocument/2006/relationships/image" Target="../media/slide24.png"/>
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Slide 1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999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Slide 2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999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Slide 3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999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Slide 4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999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Slide 5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999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Slide 6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999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Slide 7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999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Slide 8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999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Slide 9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999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Slide 10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999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Slide 11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999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Slide 12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999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Slide 13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999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Slide 14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999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Slide 15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999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Slide 16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999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Slide 17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999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Slide 18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999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Slide 19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999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Slide 20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999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Slide 21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999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Slide 22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999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Slide 23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999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Slide 24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999" cy="6858000"/>
          </a:xfrm>
          <a:prstGeom prst="rect">
            <a:avLst/>
          </a:prstGeom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name="Lunabotics">
  <a:themeElements>
    <a:clrScheme name="Lunabotics">
      <a:dk1>
        <a:srgbClr val="102033"/>
      </a:dk1>
      <a:lt1>
        <a:srgbClr val="FFFFFF"/>
      </a:lt1>
      <a:dk2>
        <a:srgbClr val="0A2342"/>
      </a:dk2>
      <a:lt2>
        <a:srgbClr val="F7F9FC"/>
      </a:lt2>
      <a:accent1>
        <a:srgbClr val="1F7A8C"/>
      </a:accent1>
      <a:accent2>
        <a:srgbClr val="2DB7E5"/>
      </a:accent2>
      <a:accent3>
        <a:srgbClr val="2A9D8F"/>
      </a:accent3>
      <a:accent4>
        <a:srgbClr val="F4A261"/>
      </a:accent4>
      <a:accent5>
        <a:srgbClr val="B91C1C"/>
      </a:accent5>
      <a:accent6>
        <a:srgbClr val="6D5BD0"/>
      </a:accent6>
      <a:hlink>
        <a:srgbClr val="1F7A8C"/>
      </a:hlink>
      <a:folHlink>
        <a:srgbClr val="0A2342"/>
      </a:folHlink>
    </a:clrScheme>
    <a:fontScheme name="Lunabotics">
      <a:majorFont>
        <a:latin typeface="Aptos Display"/>
      </a:majorFont>
      <a:minorFont>
        <a:latin typeface="Aptos"/>
      </a:minorFont>
    </a:fontScheme>
    <a:fmtScheme name="Lunabotics">
      <a:fillStyleLst/>
      <a:lnStyleLst/>
      <a:effectStyleLst/>
      <a:bgFillStyleLst/>
    </a:fmtScheme>
  </a:themeElements>
</a:theme>
</file>

<file path=docProps/app.xml><?xml version="1.0" encoding="utf-8"?>
<Properties xmlns="http://schemas.openxmlformats.org/officeDocument/2006/extended-properties" xmlns:vt="http://schemas.openxmlformats.org/officeDocument/2006/docPropsVTypes">
  <Application>Microsoft PowerPoint</Application>
  <PresentationFormat>On-screen Show (16:9)</PresentationFormat>
  <Slides>24</Slides>
  <Company>Lunabotics</Company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Actividad 1 - Sistema AMR-FOD-Kitting</dc:title>
  <dc:subject>Sistemas Robóticos Móviles</dc:subject>
  <dc:creator>Jorge Luis Mayorga Taborda</dc:creator>
  <cp:keywords>AMR; FOD; HTP; A320; CoppeliaSim; robótica móvil</cp:keywords>
  <dc:description>Presentación visual generada desde la fuente LaTeX/TikZ.</dc:description>
  <dcterms:created xsi:type="dcterms:W3CDTF">2026-05-22T17:05:50Z</dcterms:created>
  <dcterms:modified xsi:type="dcterms:W3CDTF">2026-05-22T17:05:50Z</dcterms:modified>
</cp:coreProperties>
</file>