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5.pn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6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102033"/>
      </a:dk1>
      <a:lt1>
        <a:srgbClr val="FFFFFF"/>
      </a:lt1>
      <a:dk2>
        <a:srgbClr val="0A2342"/>
      </a:dk2>
      <a:lt2>
        <a:srgbClr val="F7F9FC"/>
      </a:lt2>
      <a:accent1>
        <a:srgbClr val="1F7A8C"/>
      </a:accent1>
      <a:accent2>
        <a:srgbClr val="2DB7E5"/>
      </a:accent2>
      <a:accent3>
        <a:srgbClr val="2A9D8F"/>
      </a:accent3>
      <a:accent4>
        <a:srgbClr val="F4A261"/>
      </a:accent4>
      <a:accent5>
        <a:srgbClr val="B91C1C"/>
      </a:accent5>
      <a:accent6>
        <a:srgbClr val="6D5BD0"/>
      </a:accent6>
      <a:hlink>
        <a:srgbClr val="1F7A8C"/>
      </a:hlink>
      <a:folHlink>
        <a:srgbClr val="0A23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16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Robóticos Móviles</dc:subject>
  <dc:creator>Jorge Luis Mayorga Taborda</dc:creator>
  <cp:keywords>AMR; FOD; HTP; A320; CoppeliaSim; robótica móvil</cp:keywords>
  <dc:description>Presentación visual generada desde la fuente LaTeX/TikZ.</dc:description>
  <dcterms:created xsi:type="dcterms:W3CDTF">2026-05-20T16:21:42Z</dcterms:created>
  <dcterms:modified xsi:type="dcterms:W3CDTF">2026-05-20T16:21:42Z</dcterms:modified>
</cp:coreProperties>
</file>