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Roboticos Moviles</dc:subject>
  <dc:creator>Jorge Luis Mayorga Taborda</dc:creator>
  <cp:keywords>AMR; FOD; HTP; A320; CoppeliaSim; robotica movil</cp:keywords>
  <dc:description>Presentacion visual generada desde la fuente LaTeX/TikZ.</dc:description>
  <dcterms:created xsi:type="dcterms:W3CDTF">2026-05-19T02:06:17Z</dcterms:created>
  <dcterms:modified xsi:type="dcterms:W3CDTF">2026-05-19T02:06:17Z</dcterms:modified>
</cp:coreProperties>
</file>