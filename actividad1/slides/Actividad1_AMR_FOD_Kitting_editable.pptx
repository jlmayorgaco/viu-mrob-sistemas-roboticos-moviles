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Estabilizar el flujo que rodea al HTP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Mejor registro.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registro se pierde si la entrega no queda ligada a una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trabaja en logística auxiliar.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registro.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 de entrega.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guiada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correcto: asegurar flujo, FOD y registro.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 con criterios ponderados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prioriza maniobra en estación y representabilidad en CoppeliaSim, aunque no sea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registro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registro de entregas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reducida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escalar con trazas.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registro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931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 del piloto: entregas, retorno, FOD y registro.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registro,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logística auxiliar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2026-05-20T22:09:32Z</dcterms:created>
  <dcterms:modified xsi:type="dcterms:W3CDTF">2026-05-20T22:09:32Z</dcterms:modified>
</cp:coreProperties>
</file>