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se robotiza el HTP; se estabiliza el flujo que lo rodea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toca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revisable.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trazabilidad fina se pierde si la entrega no queda ligada 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no toca montaje certificado.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trazabilidad.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de planta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trazas; no fabrica el HTP.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simulada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 no es fabricar: es asegurar flujo, FOD y trazabilidad.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decisión, no seleccion por intuicion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maniobra en estación y representabilidad en CoppeliaSim; no por ser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trazabilidad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trazabilidad y pruebas FAT/SAT.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justificada.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acotada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ampliar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no se escala por intuicion.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trazabilidad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preliminar.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recuperado y continuidad de flujo.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financiera: las horas recuperadas abren el caso de 7 o 17 robots.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ampliacion exige datos de espera, continuidad de flujo y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revision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con registro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Exclusion explicita: no se certifica montaje HTP.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trazabilidad,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tocar montaje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2026-05-20T16:22:48Z</dcterms:created>
  <dcterms:modified xsi:type="dcterms:W3CDTF">2026-05-20T16:22:48Z</dcterms:modified>
</cp:coreProperties>
</file>