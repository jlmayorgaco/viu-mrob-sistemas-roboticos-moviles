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Estabilizar el flujo que rodea al HTP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 registro.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toca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revisable.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registro se pierde si la entrega no queda ligada a una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trabaja en logística auxiliar.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registro.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de planta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 de entrega.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guiada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correcto: asegurar flujo, FOD y registro.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 con criterios ponderados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prioriza maniobra en estación y representabilidad en CoppeliaSim, aunque no sea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registro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registro de entregas y pruebas FAT/SAT.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justificada.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reducida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ampliar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escalar con trazas.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registro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preliminar.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recuperado y continuidad de flujo.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financiera: las horas recuperadas abren el caso de 7 o 17 robots.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ampliacion exige datos de espera, continuidad de flujo y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revision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 del piloto: entregas, retorno, FOD y registro.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registro,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logística auxiliar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2026-05-20T22:29:00Z</dcterms:created>
  <dcterms:modified xsi:type="dcterms:W3CDTF">2026-05-20T22:29:00Z</dcterms:modified>
</cp:coreProperties>
</file>