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lla\Documents\Master VIU\C9_SistRobMoviles\viu-mrob-sistemas-roboticos-moviles\actividad2\slides\_pp\slide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2 - Pioneer P3DX (pixel perfect)</dc:title>
  <dc:subject>Actividad 2 - Pioneer seguimiento y SLAM en CoppeliaSim</dc:subject>
  <dc:creator>Jorge Luis Mayorga Taborda</dc:creator>
  <cp:lastModifiedBy>Jorge Luis Mayorga Taborda</cp:lastModifiedBy>
  <cp:revision>1</cp:revision>
  <dcterms:created xsi:type="dcterms:W3CDTF">2026-05-31T00:55:50Z</dcterms:created>
  <dcterms:modified xsi:type="dcterms:W3CDTF">2026-05-31T00:55:50Z</dcterms:modified>
</cp:coreProperties>
</file>